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APP: have the dev server already open in a browser tab, pattern (a|b)*abb, test string babb, AST tab selected, ready before you start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demo on this slide. State the problem plainly, move on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demo yet. Point at the boxes left to right while saying the pipeline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APP: type (a|b)*abb in Pattern, point at the AST tab. Then type (ab and show the UnmatchedParen error and its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APP: NFA tab. Point at an epsilon edge and the active-state highlight.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APP: DFA tab. Point at the caption showing the NFA-set-for-this-prefix annotation.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image here, the min-DFA diagram is on the next slide (matching). Say the fixpoint rule clearly since it's a likely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APP: min-DFA tab, test string babb, point at Accepted. Then change to abab, point at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APP: NFA tab, click the step-forward arrow a couple of times, point at the multiple highlighted states and the purple traversed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demo. If asked how counts were obtained: npm ci + vitest run; cmake build + ./engine_tests, run fresh today, not recalled.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demo. These are deliberate scope decisions, so say that plainly and don't apologize for them.</a:t>
            </a:r>
          </a:p>
          <a:p>
            <a:r>
              <a:t>Also mention if there's time: character classes, +, and ? are literal characters today, not operators, scoped out on purpose; backreferences and lookahead are permanently out of scope since they are not regular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docs/review-prep-plan.md section (d) open off-screen for the 12 prepped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Arial"/>
              </a:rPr>
              <a:t>RegexLab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000000"/>
                </a:solidFill>
                <a:latin typeface="Arial"/>
              </a:rPr>
              <a:t>A Hand-Built Regex-to-DFA Compiler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06060"/>
                </a:solidFill>
                <a:latin typeface="Arial"/>
              </a:rPr>
              <a:t>BCSE307L Compiler Design, by Vignesh P C and Ujwal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Given a regular expression and a string, decide whether the string matches, without reaching for a built-in regex engine.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Build the actual compiler pipeline that answers this: parser, NFA, DFA, minimization and matcher, not a lookup into an existing library.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Show every intermediate structure, so the automata-theory constructions are visible, not hidden inside a black box.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Architecture: the Pass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5"/>
          <p:cNvSpPr/>
          <p:nvPr/>
        </p:nvSpPr>
        <p:spPr>
          <a:xfrm>
            <a:off x="457200" y="1188720"/>
            <a:ext cx="16916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Pattern</a:t>
            </a:r>
          </a:p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(text)</a:t>
            </a:r>
          </a:p>
        </p:txBody>
      </p:sp>
      <p:sp>
        <p:nvSpPr>
          <p:cNvPr id="6" name="Rectangle 6"/>
          <p:cNvSpPr/>
          <p:nvPr/>
        </p:nvSpPr>
        <p:spPr>
          <a:xfrm>
            <a:off x="2468880" y="1188720"/>
            <a:ext cx="141732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Parser</a:t>
            </a:r>
          </a:p>
        </p:txBody>
      </p:sp>
      <p:sp>
        <p:nvSpPr>
          <p:cNvPr id="7" name="Rectangle 7"/>
          <p:cNvSpPr/>
          <p:nvPr/>
        </p:nvSpPr>
        <p:spPr>
          <a:xfrm>
            <a:off x="4206240" y="1188720"/>
            <a:ext cx="141732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AST</a:t>
            </a:r>
          </a:p>
        </p:txBody>
      </p:sp>
      <p:sp>
        <p:nvSpPr>
          <p:cNvPr id="8" name="Rectangle 8"/>
          <p:cNvSpPr/>
          <p:nvPr/>
        </p:nvSpPr>
        <p:spPr>
          <a:xfrm>
            <a:off x="5943600" y="1188720"/>
            <a:ext cx="16916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Thompson's</a:t>
            </a:r>
          </a:p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Construction</a:t>
            </a:r>
          </a:p>
        </p:txBody>
      </p:sp>
      <p:sp>
        <p:nvSpPr>
          <p:cNvPr id="9" name="Rectangle 9"/>
          <p:cNvSpPr/>
          <p:nvPr/>
        </p:nvSpPr>
        <p:spPr>
          <a:xfrm>
            <a:off x="7955280" y="1188720"/>
            <a:ext cx="141732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NFA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692640" y="1188720"/>
            <a:ext cx="16916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Subset</a:t>
            </a:r>
          </a:p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Construction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2148840" y="1554480"/>
            <a:ext cx="3200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2"/>
          <p:cNvCxnSpPr/>
          <p:nvPr/>
        </p:nvCxnSpPr>
        <p:spPr>
          <a:xfrm>
            <a:off x="3886200" y="1554480"/>
            <a:ext cx="3200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3"/>
          <p:cNvCxnSpPr/>
          <p:nvPr/>
        </p:nvCxnSpPr>
        <p:spPr>
          <a:xfrm>
            <a:off x="5623560" y="1554480"/>
            <a:ext cx="3200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4"/>
          <p:cNvCxnSpPr/>
          <p:nvPr/>
        </p:nvCxnSpPr>
        <p:spPr>
          <a:xfrm>
            <a:off x="7635240" y="1554480"/>
            <a:ext cx="3200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5"/>
          <p:cNvCxnSpPr/>
          <p:nvPr/>
        </p:nvCxnSpPr>
        <p:spPr>
          <a:xfrm>
            <a:off x="9372600" y="1554480"/>
            <a:ext cx="3200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6"/>
          <p:cNvSpPr/>
          <p:nvPr/>
        </p:nvSpPr>
        <p:spPr>
          <a:xfrm>
            <a:off x="457200" y="2697480"/>
            <a:ext cx="141732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DFA</a:t>
            </a:r>
          </a:p>
        </p:txBody>
      </p:sp>
      <p:sp>
        <p:nvSpPr>
          <p:cNvPr id="17" name="Rectangle 17"/>
          <p:cNvSpPr/>
          <p:nvPr/>
        </p:nvSpPr>
        <p:spPr>
          <a:xfrm>
            <a:off x="2194560" y="2697480"/>
            <a:ext cx="16916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Moore's</a:t>
            </a:r>
          </a:p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Minimization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206240" y="2697480"/>
            <a:ext cx="141732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min-DFA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943600" y="2697480"/>
            <a:ext cx="141732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Matcher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80960" y="2697480"/>
            <a:ext cx="16916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match /</a:t>
            </a:r>
          </a:p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no-match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1874520" y="3063240"/>
            <a:ext cx="3200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2"/>
          <p:cNvCxnSpPr/>
          <p:nvPr/>
        </p:nvCxnSpPr>
        <p:spPr>
          <a:xfrm>
            <a:off x="3886200" y="3063240"/>
            <a:ext cx="3200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3"/>
          <p:cNvCxnSpPr/>
          <p:nvPr/>
        </p:nvCxnSpPr>
        <p:spPr>
          <a:xfrm>
            <a:off x="5623560" y="3063240"/>
            <a:ext cx="3200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4"/>
          <p:cNvCxnSpPr/>
          <p:nvPr/>
        </p:nvCxnSpPr>
        <p:spPr>
          <a:xfrm>
            <a:off x="7360920" y="3063240"/>
            <a:ext cx="3200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5"/>
          <p:cNvCxnSpPr/>
          <p:nvPr/>
        </p:nvCxnSpPr>
        <p:spPr>
          <a:xfrm>
            <a:off x="10538460" y="1920240"/>
            <a:ext cx="0" cy="38862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6"/>
          <p:cNvCxnSpPr/>
          <p:nvPr/>
        </p:nvCxnSpPr>
        <p:spPr>
          <a:xfrm>
            <a:off x="1165860" y="2308860"/>
            <a:ext cx="937260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7"/>
          <p:cNvCxnSpPr/>
          <p:nvPr/>
        </p:nvCxnSpPr>
        <p:spPr>
          <a:xfrm>
            <a:off x="1165860" y="2308860"/>
            <a:ext cx="0" cy="3886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8"/>
          <p:cNvSpPr/>
          <p:nvPr/>
        </p:nvSpPr>
        <p:spPr>
          <a:xfrm>
            <a:off x="5966460" y="3931920"/>
            <a:ext cx="137160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Test string</a:t>
            </a:r>
          </a:p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(text)</a:t>
            </a:r>
          </a:p>
        </p:txBody>
      </p:sp>
      <p:cxnSp>
        <p:nvCxnSpPr>
          <p:cNvPr id="29" name="Connector 29"/>
          <p:cNvCxnSpPr/>
          <p:nvPr/>
        </p:nvCxnSpPr>
        <p:spPr>
          <a:xfrm flipV="1">
            <a:off x="6652260" y="3429000"/>
            <a:ext cx="0" cy="5029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7"/>
          <p:cNvSpPr txBox="1"/>
          <p:nvPr/>
        </p:nvSpPr>
        <p:spPr>
          <a:xfrm>
            <a:off x="457200" y="4754880"/>
            <a:ext cx="10789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 Two inputs: the pattern (compiled once, every stage) and the test string (only the matcher, and now the step playback on every tab).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 Implemented twice: a TypeScript prototype and a C++20 engine compiled to WebAssembly, and the browser runs the C++/WASM build.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 Correctness: differential testing against std::regex and native RegExp, both languages must agree.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Parsing: Recursive Descent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regex → term ('|' term)*;  term → factor+;  factor → atom '*'?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Precedence by call depth: parseRegex calls parseTerm calls parseFactor calls parseAtom, so the deepest call binds tightest. No precedence table needed.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No separate lexer: every token is just one character.</a:t>
            </a:r>
          </a:p>
        </p:txBody>
      </p:sp>
      <p:pic>
        <p:nvPicPr>
          <p:cNvPr id="6" name="Picture 5" descr="01-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88720"/>
            <a:ext cx="4179389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6355079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06060"/>
                </a:solidFill>
                <a:latin typeface="Arial"/>
              </a:rPr>
              <a:t>Fig. 1. AST for (a|b)*abb, real app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Thompson's Construction: AST → NFA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Each AST node becomes a fragment: one start state, one accept state.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A character costs 2 states; '|' and '*' each add 2 more for their own start/accept pair.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(a|b)*abb: 5 chars × 2 + 2 (for *) + 2 (for |) = 14 states.</a:t>
            </a:r>
          </a:p>
        </p:txBody>
      </p:sp>
      <p:pic>
        <p:nvPicPr>
          <p:cNvPr id="6" name="Picture 5" descr="02-n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462566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644652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06060"/>
                </a:solidFill>
                <a:latin typeface="Arial"/>
              </a:rPr>
              <a:t>Fig. 2. NFA, 14 states, ε-closure of the start state highlighted.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Arial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Subset Construction: NFA → DFA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Each DFA state = a set of NFA states, closed over epsilon moves.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Worklist-based: from the start set, try every symbol, create a new DFA state only for a never-seen set.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14 NFA states → 5 DFA states for this pattern.</a:t>
            </a:r>
          </a:p>
        </p:txBody>
      </p:sp>
      <p:pic>
        <p:nvPicPr>
          <p:cNvPr id="6" name="Picture 5" descr="03-d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88720"/>
            <a:ext cx="390213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6355079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06060"/>
                </a:solidFill>
                <a:latin typeface="Arial"/>
              </a:rPr>
              <a:t>Fig. 3. DFA, 5 states; caption shows the NFA set behind the start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Arial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Moore's Minimization: DFA → min-DFA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Start with 2 groups (accepting, non-accepting); split a group whenever two states react differently to some symbol.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Stop at a fixpoint, meaning a full pass with zero splits.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5 DFA states → 4 minimal states here (states 0 and 2 merge). The result is the unique minimal DFA (Myhill–Nerode theorem).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Arial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Matching: babb Accepted, abab Rejected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Matcher walks the min-DFA one character at a time, no backtracking.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(a|b)*abb only cares whether the string ends in 'abb'.</a:t>
            </a:r>
          </a:p>
        </p:txBody>
      </p:sp>
      <p:pic>
        <p:nvPicPr>
          <p:cNvPr id="6" name="Picture 5" descr="04-mindfa-accep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3685597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55079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06060"/>
                </a:solidFill>
                <a:latin typeface="Arial"/>
              </a:rPr>
              <a:t>Fig. 4a. babb ends in abb: Accepted.</a:t>
            </a:r>
          </a:p>
        </p:txBody>
      </p:sp>
      <p:pic>
        <p:nvPicPr>
          <p:cNvPr id="8" name="Picture 7" descr="05-mindfa-rej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3685597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6355079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06060"/>
                </a:solidFill>
                <a:latin typeface="Arial"/>
              </a:rPr>
              <a:t>Fig. 4b. abab ends in bab, not abb: Rejected.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Arial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Step Playback (issue #52)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All four tabs have real, stage-specific playback, not just min-DFA scrubbing.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NFA shows the FULL active-state set and highlights every traversed edge, epsilon included.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AST steps through the tree in Thompson's-construction order, with a caption naming the rule.</a:t>
            </a:r>
          </a:p>
        </p:txBody>
      </p:sp>
      <p:pic>
        <p:nvPicPr>
          <p:cNvPr id="6" name="Picture 5" descr="06-playback-mid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462566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644652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06060"/>
                </a:solidFill>
                <a:latin typeface="Arial"/>
              </a:rPr>
              <a:t>Fig. 5. NFA tab, step 2 of 4, multi-state + traversed-edge highlighting.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Testing: How We Know It's Correct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Differential testing: thousands of random (pattern, input) pairs checked against std::regex in C++ and native RegExp in TypeScript. Both independent implementations have to agree.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Measured today: 125 TypeScript tests / 10 files; 4,608 C++ assertions / 41 cases.</a:t>
            </a:r>
          </a:p>
          <a:p>
            <a:pPr marL="457200">
              <a:spcAft>
                <a:spcPts val="800"/>
              </a:spcAft>
              <a:defRPr sz="1500" i="1">
                <a:solidFill>
                  <a:srgbClr val="606060"/>
                </a:solidFill>
                <a:latin typeface="Arial"/>
              </a:defRPr>
            </a:pPr>
            <a:r>
              <a:rPr sz="1500" i="1">
                <a:solidFill>
                  <a:srgbClr val="606060"/>
                </a:solidFill>
                <a:latin typeface="Arial"/>
              </a:rPr>
              <a:t>–  How: npm test feeds each known pattern through the real pipeline and checks the answer is exactly right.</a:t>
            </a:r>
          </a:p>
          <a:p>
            <a:pPr marL="457200">
              <a:spcAft>
                <a:spcPts val="800"/>
              </a:spcAft>
              <a:defRPr sz="1500" i="1">
                <a:solidFill>
                  <a:srgbClr val="606060"/>
                </a:solidFill>
                <a:latin typeface="Arial"/>
              </a:defRPr>
            </a:pPr>
            <a:r>
              <a:rPr sz="1500" i="1">
                <a:solidFill>
                  <a:srgbClr val="606060"/>
                </a:solidFill>
                <a:latin typeface="Arial"/>
              </a:rPr>
              <a:t>–  How: ./engine_tests runs the same checks ported to C++, one assertion per fact checked (e.g. an exact state count).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WASM build verified: 25/25 guard probes passed (length cap, nesting cap, non-ASCII handling) against the real compiled module.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Scope Decisions, Stated Honestly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Direct method (firstpos/followpos) not built. We chose the indirect Thompson-plus-subset-construction route on purpose.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Hopcroft's minimization not built. Moore's is simpler to implement and explain fully, and Hopcroft's stays a planned, gated upgrade.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No dedicated DFA state-count guard against subset construction's exponential worst case. The 500-char pattern cap bounds it indirectly, not tightly.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Arial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RegexLab</dc:title>
  <dc:subject>BCSE307L Compiler Design -- Project Review</dc:subject>
  <dc:creator>Vignesh P C, Ujwal</dc:creator>
  <cp:keywords/>
  <dc:description/>
  <cp:lastModifiedBy>Vignesh P C, Ujwal</cp:lastModifiedBy>
  <cp:revision>1</cp:revision>
  <dcterms:created xsi:type="dcterms:W3CDTF">2013-01-27T09:14:16Z</dcterms:created>
  <dcterms:modified xsi:type="dcterms:W3CDTF">2013-01-27T09:15:58Z</dcterms:modified>
  <cp:category/>
</cp:coreProperties>
</file>